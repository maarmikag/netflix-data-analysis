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8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11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065833" y="2490281"/>
            <a:ext cx="501233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 dirty="0">
                <a:solidFill>
                  <a:srgbClr val="E50914"/>
                </a:solidFill>
              </a:rPr>
              <a:t>Netflix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199" y="487058"/>
            <a:ext cx="84815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E50914"/>
                </a:solidFill>
              </a:rPr>
              <a:t>Objective</a:t>
            </a:r>
            <a:endParaRPr sz="3600" b="1" dirty="0">
              <a:solidFill>
                <a:srgbClr val="E5091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5152" y="2127380"/>
            <a:ext cx="733425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To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analyze the Netflix dataset and gain insights into the platform’s content strategy, popular genres, production trends, and the evolution of streaming content over time.</a:t>
            </a:r>
            <a:endParaRPr lang="en-IN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algn="l"/>
            <a:endParaRPr sz="2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07451" y="365760"/>
            <a:ext cx="372909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3600" b="1" dirty="0" smtClean="0">
                <a:solidFill>
                  <a:srgbClr val="E50914"/>
                </a:solidFill>
              </a:rPr>
              <a:t>Technologies Used</a:t>
            </a:r>
            <a:endParaRPr sz="3600" b="1" dirty="0">
              <a:solidFill>
                <a:srgbClr val="E5091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688276"/>
            <a:ext cx="816996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 </a:t>
            </a:r>
            <a:r>
              <a:rPr lang="en-US" sz="20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PANDAS - A </a:t>
            </a: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Python library for easy data manipulation and analysis using </a:t>
            </a:r>
            <a:r>
              <a:rPr lang="en-US" sz="2000" dirty="0" err="1">
                <a:solidFill>
                  <a:schemeClr val="bg1"/>
                </a:solidFill>
                <a:latin typeface="Bahnschrift" panose="020B0502040204020203" pitchFamily="34" charset="0"/>
              </a:rPr>
              <a:t>DataFrames</a:t>
            </a:r>
            <a:r>
              <a:rPr lang="en-US" sz="20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.</a:t>
            </a:r>
          </a:p>
          <a:p>
            <a:endParaRPr lang="en-US" sz="2000" dirty="0" smtClean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NUMPY - Enables </a:t>
            </a: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fast numerical computations with multi-dimensional </a:t>
            </a:r>
            <a:r>
              <a:rPr lang="en-US" sz="20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arrays.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 </a:t>
            </a:r>
            <a:r>
              <a:rPr lang="en-US" sz="20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MATPLOTLIB - A </a:t>
            </a: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plotting library for creating static and interactive visualizations</a:t>
            </a:r>
            <a:r>
              <a:rPr lang="en-US" sz="20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SEABORN - Simplifies </a:t>
            </a: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statistical data visualization built on top of </a:t>
            </a:r>
            <a:r>
              <a:rPr lang="en-US" sz="2000" dirty="0" err="1">
                <a:solidFill>
                  <a:schemeClr val="bg1"/>
                </a:solidFill>
                <a:latin typeface="Bahnschrift" panose="020B0502040204020203" pitchFamily="34" charset="0"/>
              </a:rPr>
              <a:t>Matplotlib</a:t>
            </a:r>
            <a:r>
              <a:rPr lang="en-US" sz="20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chemeClr val="bg1"/>
                </a:solidFill>
                <a:latin typeface="Bahnschrift" panose="020B0502040204020203" pitchFamily="34" charset="0"/>
              </a:rPr>
              <a:t>JUPYTER NOTEBOOK - </a:t>
            </a:r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An interactive environment to write, run, and share Python code and visuals.</a:t>
            </a:r>
            <a:endParaRPr lang="en-US" sz="2000" dirty="0" smtClean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21000" y="302018"/>
            <a:ext cx="730199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IN" sz="3600" b="1" dirty="0" smtClean="0">
                <a:solidFill>
                  <a:srgbClr val="E50914"/>
                </a:solidFill>
              </a:rPr>
              <a:t>Importing Libraries and Reading Data</a:t>
            </a:r>
            <a:endParaRPr sz="3600" b="1" dirty="0">
              <a:solidFill>
                <a:srgbClr val="E5091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420445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</a:rPr>
              <a:t>Content goes here...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345507"/>
            <a:ext cx="3069258" cy="10120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9278" y="2665508"/>
            <a:ext cx="4297220" cy="71217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66" y="4140404"/>
            <a:ext cx="7823200" cy="1854804"/>
          </a:xfrm>
          <a:prstGeom prst="rect">
            <a:avLst/>
          </a:prstGeom>
        </p:spPr>
      </p:pic>
      <p:sp>
        <p:nvSpPr>
          <p:cNvPr id="8" name="Curved Left Arrow 7"/>
          <p:cNvSpPr/>
          <p:nvPr/>
        </p:nvSpPr>
        <p:spPr>
          <a:xfrm>
            <a:off x="8024327" y="3038296"/>
            <a:ext cx="541175" cy="783772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903913" y="339634"/>
            <a:ext cx="414908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600" b="1" dirty="0" smtClean="0">
                <a:solidFill>
                  <a:srgbClr val="E50914"/>
                </a:solidFill>
              </a:rPr>
              <a:t>Checking Null Values</a:t>
            </a:r>
            <a:endParaRPr sz="3600" b="1" dirty="0">
              <a:solidFill>
                <a:srgbClr val="E50914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0" t="1" r="-1800" b="82505"/>
          <a:stretch/>
        </p:blipFill>
        <p:spPr>
          <a:xfrm>
            <a:off x="915843" y="1699051"/>
            <a:ext cx="4458591" cy="7828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16"/>
          <a:stretch/>
        </p:blipFill>
        <p:spPr>
          <a:xfrm>
            <a:off x="3248349" y="3650381"/>
            <a:ext cx="3460215" cy="2580354"/>
          </a:xfrm>
          <a:prstGeom prst="rect">
            <a:avLst/>
          </a:prstGeom>
        </p:spPr>
      </p:pic>
      <p:sp>
        <p:nvSpPr>
          <p:cNvPr id="7" name="Curved Left Arrow 6"/>
          <p:cNvSpPr/>
          <p:nvPr/>
        </p:nvSpPr>
        <p:spPr>
          <a:xfrm>
            <a:off x="5786424" y="2291721"/>
            <a:ext cx="661029" cy="936671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51154" y="361376"/>
            <a:ext cx="524169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 dirty="0" smtClean="0">
                <a:solidFill>
                  <a:srgbClr val="E50914"/>
                </a:solidFill>
              </a:rPr>
              <a:t>D</a:t>
            </a:r>
            <a:r>
              <a:rPr lang="en-US" sz="3600" b="1" dirty="0" smtClean="0">
                <a:solidFill>
                  <a:srgbClr val="E50914"/>
                </a:solidFill>
              </a:rPr>
              <a:t>ropping Duplicate Values</a:t>
            </a:r>
            <a:endParaRPr sz="3600" b="1" dirty="0">
              <a:solidFill>
                <a:srgbClr val="E50914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346" y="1632699"/>
            <a:ext cx="2989857" cy="70572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555" y="3429000"/>
            <a:ext cx="7035282" cy="2963293"/>
          </a:xfrm>
          <a:prstGeom prst="rect">
            <a:avLst/>
          </a:prstGeom>
        </p:spPr>
      </p:pic>
      <p:sp>
        <p:nvSpPr>
          <p:cNvPr id="7" name="Curved Left Arrow 6"/>
          <p:cNvSpPr/>
          <p:nvPr/>
        </p:nvSpPr>
        <p:spPr>
          <a:xfrm>
            <a:off x="5137105" y="2098281"/>
            <a:ext cx="475862" cy="653143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2271388"/>
            <a:ext cx="82296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VISUALISATIONS</a:t>
            </a:r>
            <a:endParaRPr lang="en-IN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966286" y="304133"/>
            <a:ext cx="521142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dirty="0" smtClean="0">
                <a:solidFill>
                  <a:srgbClr val="E50914"/>
                </a:solidFill>
              </a:rPr>
              <a:t>Co</a:t>
            </a:r>
            <a:r>
              <a:rPr lang="en-US" sz="3600" b="1" dirty="0" smtClean="0">
                <a:solidFill>
                  <a:srgbClr val="E50914"/>
                </a:solidFill>
              </a:rPr>
              <a:t>ntent Added Over Years</a:t>
            </a:r>
            <a:endParaRPr sz="3600" b="1" dirty="0">
              <a:solidFill>
                <a:srgbClr val="E50914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65" y="1296241"/>
            <a:ext cx="4889241" cy="144984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286" y="3091861"/>
            <a:ext cx="6561893" cy="3502917"/>
          </a:xfrm>
          <a:prstGeom prst="rect">
            <a:avLst/>
          </a:prstGeom>
        </p:spPr>
      </p:pic>
      <p:sp>
        <p:nvSpPr>
          <p:cNvPr id="7" name="Curved Left Arrow 6"/>
          <p:cNvSpPr/>
          <p:nvPr/>
        </p:nvSpPr>
        <p:spPr>
          <a:xfrm>
            <a:off x="6652727" y="2024743"/>
            <a:ext cx="524986" cy="721341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377425" y="397191"/>
            <a:ext cx="438915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600" b="1" dirty="0" smtClean="0">
                <a:solidFill>
                  <a:srgbClr val="E50914"/>
                </a:solidFill>
              </a:rPr>
              <a:t>Most Type Of Content</a:t>
            </a:r>
            <a:endParaRPr sz="3600" b="1" dirty="0">
              <a:solidFill>
                <a:srgbClr val="E50914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33" y="1491762"/>
            <a:ext cx="5761219" cy="11126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108" y="3087174"/>
            <a:ext cx="3697269" cy="3322586"/>
          </a:xfrm>
          <a:prstGeom prst="rect">
            <a:avLst/>
          </a:prstGeom>
        </p:spPr>
      </p:pic>
      <p:sp>
        <p:nvSpPr>
          <p:cNvPr id="7" name="Curved Left Arrow 6"/>
          <p:cNvSpPr/>
          <p:nvPr/>
        </p:nvSpPr>
        <p:spPr>
          <a:xfrm>
            <a:off x="7585788" y="2048070"/>
            <a:ext cx="522514" cy="779106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42437" y="376957"/>
            <a:ext cx="265912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600" b="1" dirty="0" smtClean="0">
                <a:solidFill>
                  <a:srgbClr val="E50914"/>
                </a:solidFill>
              </a:rPr>
              <a:t>Rating Count</a:t>
            </a:r>
            <a:endParaRPr sz="3600" b="1" dirty="0">
              <a:solidFill>
                <a:srgbClr val="E50914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00245"/>
            <a:ext cx="6443367" cy="12384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1436" y="3112297"/>
            <a:ext cx="6036906" cy="3555513"/>
          </a:xfrm>
          <a:prstGeom prst="rect">
            <a:avLst/>
          </a:prstGeom>
        </p:spPr>
      </p:pic>
      <p:sp>
        <p:nvSpPr>
          <p:cNvPr id="7" name="Curved Left Arrow 6"/>
          <p:cNvSpPr/>
          <p:nvPr/>
        </p:nvSpPr>
        <p:spPr>
          <a:xfrm>
            <a:off x="7968342" y="2327770"/>
            <a:ext cx="559837" cy="748076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92077" y="365760"/>
            <a:ext cx="715984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600" b="1" dirty="0" smtClean="0">
                <a:solidFill>
                  <a:srgbClr val="E50914"/>
                </a:solidFill>
              </a:rPr>
              <a:t>Top 10 Countries With Most Content</a:t>
            </a:r>
            <a:endParaRPr sz="3600" b="1" dirty="0">
              <a:solidFill>
                <a:srgbClr val="E50914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71600"/>
            <a:ext cx="5932746" cy="12854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841" y="3256224"/>
            <a:ext cx="6951306" cy="3275205"/>
          </a:xfrm>
          <a:prstGeom prst="rect">
            <a:avLst/>
          </a:prstGeom>
        </p:spPr>
      </p:pic>
      <p:sp>
        <p:nvSpPr>
          <p:cNvPr id="7" name="Curved Left Arrow 6"/>
          <p:cNvSpPr/>
          <p:nvPr/>
        </p:nvSpPr>
        <p:spPr>
          <a:xfrm>
            <a:off x="7688423" y="2282999"/>
            <a:ext cx="559837" cy="748076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33118" y="376957"/>
            <a:ext cx="587776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600" b="1" dirty="0" smtClean="0">
                <a:solidFill>
                  <a:srgbClr val="E50914"/>
                </a:solidFill>
              </a:rPr>
              <a:t>Top 10 Genre Type For Movie </a:t>
            </a:r>
            <a:endParaRPr sz="3600" b="1" dirty="0">
              <a:solidFill>
                <a:srgbClr val="E5091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8473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endParaRPr sz="2000" dirty="0">
              <a:solidFill>
                <a:srgbClr val="FFFFFF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33" y="1371601"/>
            <a:ext cx="6223518" cy="140892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882" y="3092699"/>
            <a:ext cx="7268547" cy="3453124"/>
          </a:xfrm>
          <a:prstGeom prst="rect">
            <a:avLst/>
          </a:prstGeom>
        </p:spPr>
      </p:pic>
      <p:sp>
        <p:nvSpPr>
          <p:cNvPr id="8" name="Curved Left Arrow 7"/>
          <p:cNvSpPr/>
          <p:nvPr/>
        </p:nvSpPr>
        <p:spPr>
          <a:xfrm>
            <a:off x="7510881" y="2188535"/>
            <a:ext cx="559837" cy="748076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17776" y="362635"/>
            <a:ext cx="650844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600" b="1" dirty="0" smtClean="0">
                <a:solidFill>
                  <a:srgbClr val="E50914"/>
                </a:solidFill>
              </a:rPr>
              <a:t>Top 10 Genre Type For TV Show </a:t>
            </a:r>
            <a:endParaRPr sz="3600" b="1" dirty="0">
              <a:solidFill>
                <a:srgbClr val="E50914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65" y="1371600"/>
            <a:ext cx="5338991" cy="137655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4661" y="3110790"/>
            <a:ext cx="6428792" cy="3496517"/>
          </a:xfrm>
          <a:prstGeom prst="rect">
            <a:avLst/>
          </a:prstGeom>
        </p:spPr>
      </p:pic>
      <p:sp>
        <p:nvSpPr>
          <p:cNvPr id="7" name="Curved Left Arrow 6"/>
          <p:cNvSpPr/>
          <p:nvPr/>
        </p:nvSpPr>
        <p:spPr>
          <a:xfrm>
            <a:off x="7473819" y="2181397"/>
            <a:ext cx="559837" cy="748076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33707" y="365760"/>
            <a:ext cx="227658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600" b="1" dirty="0" smtClean="0">
                <a:solidFill>
                  <a:srgbClr val="E50914"/>
                </a:solidFill>
              </a:rPr>
              <a:t>Conclusion</a:t>
            </a:r>
            <a:endParaRPr sz="3600" b="1" dirty="0">
              <a:solidFill>
                <a:srgbClr val="E5091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71599"/>
            <a:ext cx="8584163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FFFFFF"/>
                </a:solidFill>
                <a:latin typeface="Bahnschrift" panose="020B0502040204020203" pitchFamily="34" charset="0"/>
              </a:rPr>
              <a:t>Netflix has been adding more and more shows and movies each year, which shows that its working hard to grow its content.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FFFF"/>
              </a:solidFill>
              <a:latin typeface="Bahnschrift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FFFFFF"/>
                </a:solidFill>
                <a:latin typeface="Bahnschrift" panose="020B0502040204020203" pitchFamily="34" charset="0"/>
              </a:rPr>
              <a:t>Netflix offers more movies than TV shows but both types are steadily growing.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FFFF"/>
              </a:solidFill>
              <a:latin typeface="Bahnschrift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FFFFFF"/>
                </a:solidFill>
                <a:latin typeface="Bahnschrift" panose="020B0502040204020203" pitchFamily="34" charset="0"/>
              </a:rPr>
              <a:t>Most content on Netflix falls under TV-MA and TV-14 indicating a large portion is targeted at mature or teen audiences.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FFFF"/>
              </a:solidFill>
              <a:latin typeface="Bahnschrift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FFFFFF"/>
                </a:solidFill>
                <a:latin typeface="Bahnschrift" panose="020B0502040204020203" pitchFamily="34" charset="0"/>
              </a:rPr>
              <a:t>The United States leads in content production on Netflix, followed by countries like India, UK and Canada.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FFFF"/>
              </a:solidFill>
              <a:latin typeface="Bahnschrift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FFFFFF"/>
                </a:solidFill>
                <a:latin typeface="Bahnschrift" panose="020B0502040204020203" pitchFamily="34" charset="0"/>
              </a:rPr>
              <a:t>For movies genres like Dramas, Comedies and Documentaries are most common.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 smtClean="0">
              <a:solidFill>
                <a:srgbClr val="FFFFFF"/>
              </a:solidFill>
              <a:latin typeface="Bahnschrift" panose="020B0502040204020203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FFFFFF"/>
                </a:solidFill>
                <a:latin typeface="Bahnschrift" panose="020B0502040204020203" pitchFamily="34" charset="0"/>
              </a:rPr>
              <a:t>For TV shows, International TV Shows, Crime TV Shows and TV Dramas are very popular.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193</Words>
  <Application>Microsoft Office PowerPoint</Application>
  <PresentationFormat>On-screen Show (4:3)</PresentationFormat>
  <Paragraphs>36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Bahnschrift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VISUALISATIONS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RAMESH GAMARE</dc:creator>
  <cp:keywords/>
  <dc:description>generated using python-pptx</dc:description>
  <cp:lastModifiedBy>RAMESH GAMARE</cp:lastModifiedBy>
  <cp:revision>21</cp:revision>
  <dcterms:created xsi:type="dcterms:W3CDTF">2013-01-27T09:14:16Z</dcterms:created>
  <dcterms:modified xsi:type="dcterms:W3CDTF">2025-05-30T08:12:54Z</dcterms:modified>
  <cp:category/>
</cp:coreProperties>
</file>